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84" r:id="rId1"/>
  </p:sldMasterIdLst>
  <p:notesMasterIdLst>
    <p:notesMasterId r:id="rId19"/>
  </p:notesMasterIdLst>
  <p:sldIdLst>
    <p:sldId id="272" r:id="rId2"/>
    <p:sldId id="256" r:id="rId3"/>
    <p:sldId id="257" r:id="rId4"/>
    <p:sldId id="258" r:id="rId5"/>
    <p:sldId id="259" r:id="rId6"/>
    <p:sldId id="260" r:id="rId7"/>
    <p:sldId id="261" r:id="rId8"/>
    <p:sldId id="262" r:id="rId9"/>
    <p:sldId id="263" r:id="rId10"/>
    <p:sldId id="264" r:id="rId11"/>
    <p:sldId id="265" r:id="rId12"/>
    <p:sldId id="266" r:id="rId13"/>
    <p:sldId id="267" r:id="rId14"/>
    <p:sldId id="268" r:id="rId15"/>
    <p:sldId id="269" r:id="rId16"/>
    <p:sldId id="270" r:id="rId17"/>
    <p:sldId id="271" r:id="rId18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80387" autoAdjust="0"/>
  </p:normalViewPr>
  <p:slideViewPr>
    <p:cSldViewPr snapToGrid="0">
      <p:cViewPr varScale="1">
        <p:scale>
          <a:sx n="89" d="100"/>
          <a:sy n="89" d="100"/>
        </p:scale>
        <p:origin x="1398" y="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viewProps" Target="view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ableStyles" Target="tableStyles.xml"/><Relationship Id="rId10" Type="http://schemas.openxmlformats.org/officeDocument/2006/relationships/slide" Target="slides/slide9.xml"/><Relationship Id="rId19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B4F99D4F-5F46-4BEB-B019-6A45340000C0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04BA4618-BD66-4DFC-88B1-758572CA3290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3599364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9816616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Main </a:t>
            </a:r>
            <a:r>
              <a:rPr lang="en-US" dirty="0" err="1"/>
              <a:t>Iinterface</a:t>
            </a:r>
            <a:endParaRPr lang="en-US" dirty="0"/>
          </a:p>
          <a:p>
            <a:r>
              <a:rPr lang="en-US" dirty="0"/>
              <a:t> - Build Pallets</a:t>
            </a:r>
          </a:p>
          <a:p>
            <a:r>
              <a:rPr lang="en-US" dirty="0"/>
              <a:t> - Packed &amp; Ready</a:t>
            </a:r>
          </a:p>
          <a:p>
            <a:r>
              <a:rPr lang="en-US" dirty="0"/>
              <a:t> - Picked Up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5122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>
                <a:effectLst/>
              </a:rPr>
              <a:t>Building New Pallet - New Pallet</a:t>
            </a:r>
            <a:endParaRPr lang="en-US" dirty="0"/>
          </a:p>
          <a:p>
            <a:pPr rtl="0"/>
            <a:r>
              <a:rPr lang="en-US" dirty="0">
                <a:effectLst/>
              </a:rPr>
              <a:t>When WO Barcode scanned, should automatically search into CPS DB to get the envelope quantity.</a:t>
            </a:r>
            <a:endParaRPr lang="en-US" dirty="0"/>
          </a:p>
          <a:p>
            <a:pPr rtl="0"/>
            <a:r>
              <a:rPr lang="en-US" dirty="0">
                <a:effectLst/>
              </a:rPr>
              <a:t>Envelope Qty field adds up all the scanned WO.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02599363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Add to Pallet - can continue scanning of WO to be added to the pallet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8503290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Pack Pallet - user manually count the trays in the pallet and put the quantity once Pack Pallet clicked.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04088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View - list of all the scanned WO and envelope quantity for each WO. User can select WO to remove from pallet.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5919960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Add New PB Job - can be save as temporary for special cases. By default (save as temporary unchecked), should save permanently to the tool's DB. 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99816108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A contextual menu - right click on the PB Job card to be able to delete it from the list.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35438988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Shows the list of PB Job and total qty of Envelope, Trays and Pallets for each PB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30289899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rtl="0"/>
            <a:r>
              <a:rPr lang="en-US" dirty="0">
                <a:effectLst/>
              </a:rPr>
              <a:t>User can set the PB Job and its pallets to 'Not Ready' state.</a:t>
            </a:r>
            <a:endParaRPr lang="en-US" dirty="0"/>
          </a:p>
          <a:p>
            <a:pPr rtl="0"/>
            <a:r>
              <a:rPr lang="en-US" dirty="0">
                <a:effectLst/>
              </a:rPr>
              <a:t>Ship Pallets should only ship the PB Jobs that is ready to ship.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6138585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Clicking </a:t>
            </a:r>
            <a:r>
              <a:rPr lang="en-US" b="1" dirty="0">
                <a:effectLst/>
              </a:rPr>
              <a:t>View</a:t>
            </a:r>
            <a:r>
              <a:rPr lang="en-US" dirty="0">
                <a:effectLst/>
              </a:rPr>
              <a:t> on a PB Job will display all packed pallets along with their pallet details.</a:t>
            </a:r>
            <a:br>
              <a:rPr lang="en-US" dirty="0"/>
            </a:br>
            <a:r>
              <a:rPr lang="en-US" dirty="0">
                <a:effectLst/>
              </a:rPr>
              <a:t>Use the checkbox next to a pallet to remove it or print that specific pallet.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923700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Confirmation message before removing a Packed Pallet from the PB Job.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48213920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The tool will first check if there’s an active pallet on this PB Job before allowing you to remove a packed pallet.</a:t>
            </a:r>
            <a:br>
              <a:rPr lang="en-US" dirty="0"/>
            </a:br>
            <a:r>
              <a:rPr lang="en-US" b="1" dirty="0">
                <a:effectLst/>
              </a:rPr>
              <a:t>Yes</a:t>
            </a:r>
            <a:r>
              <a:rPr lang="en-US" dirty="0">
                <a:effectLst/>
              </a:rPr>
              <a:t> – Merge the scanned WO from the packed pallet into the active pallet.</a:t>
            </a:r>
            <a:br>
              <a:rPr lang="en-US" dirty="0"/>
            </a:br>
            <a:r>
              <a:rPr lang="en-US" b="1" dirty="0">
                <a:effectLst/>
              </a:rPr>
              <a:t>No</a:t>
            </a:r>
            <a:r>
              <a:rPr lang="en-US" dirty="0">
                <a:effectLst/>
              </a:rPr>
              <a:t> – Continue working on the current active pallet instead.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74690389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Confirmation message before marking all pallets as Picked Up/Shipped.</a:t>
            </a:r>
            <a:br>
              <a:rPr lang="en-US" dirty="0"/>
            </a:br>
            <a:r>
              <a:rPr lang="en-US" dirty="0">
                <a:effectLst/>
              </a:rPr>
              <a:t>After the user confirms, this screen will be cleared.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59628618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Displays all PB Jobs with total envelope quantities, trays, and pallets based on the selected date filter.</a:t>
            </a:r>
            <a:br>
              <a:rPr lang="en-US" dirty="0"/>
            </a:br>
            <a:r>
              <a:rPr lang="en-US" b="1" dirty="0">
                <a:effectLst/>
              </a:rPr>
              <a:t>Print Summary</a:t>
            </a:r>
            <a:r>
              <a:rPr lang="en-US" dirty="0">
                <a:effectLst/>
              </a:rPr>
              <a:t> – Reprints the PB Summary Report for a specific date and time. Note: AM and PM summaries cannot be combined into a single report.</a:t>
            </a:r>
            <a:br>
              <a:rPr lang="en-US" dirty="0"/>
            </a:br>
            <a:r>
              <a:rPr lang="en-US" b="1" dirty="0">
                <a:effectLst/>
              </a:rPr>
              <a:t>Generate Report</a:t>
            </a:r>
            <a:r>
              <a:rPr lang="en-US" dirty="0">
                <a:effectLst/>
              </a:rPr>
              <a:t> – Exports the list to a CSV or Excel file.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30645954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>
                <a:effectLst/>
              </a:rPr>
              <a:t>Settings Interface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04BA4618-BD66-4DFC-88B1-758572CA3290}" type="slidenum">
              <a:rPr lang="en-US" smtClean="0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689070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9" name="Rectangle 8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154955" y="2099733"/>
            <a:ext cx="8825658" cy="2677648"/>
          </a:xfrm>
        </p:spPr>
        <p:txBody>
          <a:bodyPr anchor="b"/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 bwMode="gray">
          <a:xfrm>
            <a:off x="1154955" y="4777380"/>
            <a:ext cx="8825658" cy="861420"/>
          </a:xfrm>
        </p:spPr>
        <p:txBody>
          <a:bodyPr anchor="t"/>
          <a:lstStyle>
            <a:lvl1pPr marL="0" indent="0" algn="l">
              <a:buNone/>
              <a:defRPr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 bwMode="gray">
          <a:xfrm rot="5400000">
            <a:off x="10158984" y="1792224"/>
            <a:ext cx="990599" cy="304799"/>
          </a:xfrm>
        </p:spPr>
        <p:txBody>
          <a:bodyPr anchor="t"/>
          <a:lstStyle>
            <a:lvl1pPr algn="l"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 bwMode="gray">
          <a:xfrm rot="5400000">
            <a:off x="8951976" y="3227832"/>
            <a:ext cx="3859795" cy="304801"/>
          </a:xfrm>
        </p:spPr>
        <p:txBody>
          <a:bodyPr/>
          <a:lstStyle>
            <a:lvl1pPr>
              <a:defRPr b="0" i="0">
                <a:solidFill>
                  <a:schemeClr val="bg1">
                    <a:alpha val="60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11" name="Rectangle 1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12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352540" y="295729"/>
            <a:ext cx="838199" cy="767687"/>
          </a:xfrm>
        </p:spPr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541797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154954" y="2603500"/>
            <a:ext cx="8825659" cy="341630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0187162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0" name="Rectangle 9"/>
            <p:cNvSpPr/>
            <p:nvPr/>
          </p:nvSpPr>
          <p:spPr bwMode="gray">
            <a:xfrm>
              <a:off x="7289800" y="402165"/>
              <a:ext cx="44788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Freeform 5"/>
            <p:cNvSpPr/>
            <p:nvPr/>
          </p:nvSpPr>
          <p:spPr bwMode="gray">
            <a:xfrm rot="16200000">
              <a:off x="3787244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5922489">
              <a:off x="4698352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677645"/>
            <a:ext cx="4351025" cy="2283824"/>
          </a:xfrm>
        </p:spPr>
        <p:txBody>
          <a:bodyPr anchor="ctr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895559" y="2677644"/>
            <a:ext cx="3757545" cy="2283824"/>
          </a:xfrm>
        </p:spPr>
        <p:txBody>
          <a:bodyPr anchor="ctr"/>
          <a:lstStyle>
            <a:lvl1pPr marL="0" indent="0" algn="l">
              <a:buNone/>
              <a:defRPr sz="2000" cap="all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190111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154954" y="2603500"/>
            <a:ext cx="4825158" cy="3416301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08712" y="2603500"/>
            <a:ext cx="4825159" cy="3416300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33610010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4825157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154954" y="3179762"/>
            <a:ext cx="4825158" cy="2840039"/>
          </a:xfrm>
        </p:spPr>
        <p:txBody>
          <a:bodyPr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08712" y="2603500"/>
            <a:ext cx="482515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08712" y="3179762"/>
            <a:ext cx="4825159" cy="2840039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238047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761413" cy="706964"/>
          </a:xfrm>
        </p:spPr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8171682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Rectangle 6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265039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5713412" y="402165"/>
              <a:ext cx="6055253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Freeform 5"/>
            <p:cNvSpPr/>
            <p:nvPr/>
          </p:nvSpPr>
          <p:spPr bwMode="gray">
            <a:xfrm rot="15922489">
              <a:off x="3140485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2229377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295400"/>
            <a:ext cx="2793158" cy="1600200"/>
          </a:xfrm>
        </p:spPr>
        <p:txBody>
          <a:bodyPr anchor="b"/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781146" y="1447800"/>
            <a:ext cx="5190066" cy="4572000"/>
          </a:xfrm>
        </p:spPr>
        <p:txBody>
          <a:bodyPr anchor="ctr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129280"/>
            <a:ext cx="2793158" cy="2895599"/>
          </a:xfrm>
        </p:spPr>
        <p:txBody>
          <a:bodyPr/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1239554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4" name="Rectangle 13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1" name="Rectangle 10"/>
            <p:cNvSpPr/>
            <p:nvPr/>
          </p:nvSpPr>
          <p:spPr bwMode="gray">
            <a:xfrm>
              <a:off x="6172200" y="402165"/>
              <a:ext cx="5596465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Freeform 5"/>
            <p:cNvSpPr/>
            <p:nvPr/>
          </p:nvSpPr>
          <p:spPr bwMode="gray">
            <a:xfrm rot="15922489">
              <a:off x="4203594" y="1826078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 rot="16200000">
              <a:off x="32954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5" y="1693333"/>
            <a:ext cx="3865134" cy="1735667"/>
          </a:xfrm>
        </p:spPr>
        <p:txBody>
          <a:bodyPr anchor="b">
            <a:normAutofit/>
          </a:bodyPr>
          <a:lstStyle>
            <a:lvl1pPr algn="l">
              <a:defRPr sz="36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547870" y="1143000"/>
            <a:ext cx="3227193" cy="4572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pPr marL="0" lvl="0" indent="0" algn="ctr">
              <a:buNone/>
            </a:pPr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 bwMode="gray">
          <a:xfrm>
            <a:off x="1154954" y="3657600"/>
            <a:ext cx="3859212" cy="1371600"/>
          </a:xfrm>
        </p:spPr>
        <p:txBody>
          <a:bodyPr>
            <a:normAutofit/>
          </a:bodyPr>
          <a:lstStyle>
            <a:lvl1pPr marL="0" indent="0">
              <a:buNone/>
              <a:defRPr sz="14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98608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3" name="Rectangle 12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Oval 20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Freeform 5"/>
            <p:cNvSpPr/>
            <p:nvPr/>
          </p:nvSpPr>
          <p:spPr bwMode="gray">
            <a:xfrm rot="10371525">
              <a:off x="263767" y="443825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1" name="Freeform 5"/>
            <p:cNvSpPr/>
            <p:nvPr/>
          </p:nvSpPr>
          <p:spPr bwMode="gray">
            <a:xfrm rot="10800000">
              <a:off x="459506" y="321130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5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4969927"/>
            <a:ext cx="8825659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154954" y="685800"/>
            <a:ext cx="8825659" cy="342900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536665"/>
            <a:ext cx="8825658" cy="493712"/>
          </a:xfrm>
        </p:spPr>
        <p:txBody>
          <a:bodyPr>
            <a:normAutofit/>
          </a:bodyPr>
          <a:lstStyle>
            <a:lvl1pPr marL="0" indent="0">
              <a:buNone/>
              <a:defRPr sz="120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6" name="Rectangle 15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4489971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4" name="Oval 13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Freeform 5"/>
            <p:cNvSpPr/>
            <p:nvPr/>
          </p:nvSpPr>
          <p:spPr bwMode="gray">
            <a:xfrm rot="21010068">
              <a:off x="8490951" y="2714874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7" name="Freeform 5"/>
            <p:cNvSpPr/>
            <p:nvPr/>
          </p:nvSpPr>
          <p:spPr bwMode="gray">
            <a:xfrm>
              <a:off x="455612" y="2801319"/>
              <a:ext cx="11277600" cy="3602637"/>
            </a:xfrm>
            <a:custGeom>
              <a:avLst/>
              <a:gdLst/>
              <a:ahLst/>
              <a:cxnLst/>
              <a:rect l="l" t="t" r="r" b="b"/>
              <a:pathLst>
                <a:path w="10000" h="7946">
                  <a:moveTo>
                    <a:pt x="0" y="0"/>
                  </a:moveTo>
                  <a:lnTo>
                    <a:pt x="0" y="7945"/>
                  </a:lnTo>
                  <a:lnTo>
                    <a:pt x="10000" y="7946"/>
                  </a:lnTo>
                  <a:lnTo>
                    <a:pt x="10000" y="4"/>
                  </a:lnTo>
                  <a:lnTo>
                    <a:pt x="10000" y="4"/>
                  </a:lnTo>
                  <a:lnTo>
                    <a:pt x="9773" y="91"/>
                  </a:lnTo>
                  <a:lnTo>
                    <a:pt x="9547" y="175"/>
                  </a:lnTo>
                  <a:lnTo>
                    <a:pt x="9320" y="256"/>
                  </a:lnTo>
                  <a:lnTo>
                    <a:pt x="9092" y="326"/>
                  </a:lnTo>
                  <a:lnTo>
                    <a:pt x="8865" y="396"/>
                  </a:lnTo>
                  <a:lnTo>
                    <a:pt x="8637" y="462"/>
                  </a:lnTo>
                  <a:lnTo>
                    <a:pt x="8412" y="518"/>
                  </a:lnTo>
                  <a:lnTo>
                    <a:pt x="8184" y="571"/>
                  </a:lnTo>
                  <a:lnTo>
                    <a:pt x="7957" y="620"/>
                  </a:lnTo>
                  <a:lnTo>
                    <a:pt x="7734" y="662"/>
                  </a:lnTo>
                  <a:lnTo>
                    <a:pt x="7508" y="704"/>
                  </a:lnTo>
                  <a:lnTo>
                    <a:pt x="7285" y="739"/>
                  </a:lnTo>
                  <a:lnTo>
                    <a:pt x="7062" y="767"/>
                  </a:lnTo>
                  <a:lnTo>
                    <a:pt x="6840" y="795"/>
                  </a:lnTo>
                  <a:lnTo>
                    <a:pt x="6620" y="819"/>
                  </a:lnTo>
                  <a:lnTo>
                    <a:pt x="6402" y="837"/>
                  </a:lnTo>
                  <a:lnTo>
                    <a:pt x="6184" y="851"/>
                  </a:lnTo>
                  <a:lnTo>
                    <a:pt x="5968" y="865"/>
                  </a:lnTo>
                  <a:lnTo>
                    <a:pt x="5755" y="872"/>
                  </a:lnTo>
                  <a:lnTo>
                    <a:pt x="5542" y="879"/>
                  </a:lnTo>
                  <a:lnTo>
                    <a:pt x="5332" y="882"/>
                  </a:lnTo>
                  <a:lnTo>
                    <a:pt x="5124" y="879"/>
                  </a:lnTo>
                  <a:lnTo>
                    <a:pt x="4918" y="879"/>
                  </a:lnTo>
                  <a:lnTo>
                    <a:pt x="4714" y="872"/>
                  </a:lnTo>
                  <a:lnTo>
                    <a:pt x="4514" y="861"/>
                  </a:lnTo>
                  <a:lnTo>
                    <a:pt x="4316" y="851"/>
                  </a:lnTo>
                  <a:lnTo>
                    <a:pt x="4122" y="840"/>
                  </a:lnTo>
                  <a:lnTo>
                    <a:pt x="3929" y="823"/>
                  </a:lnTo>
                  <a:lnTo>
                    <a:pt x="3739" y="805"/>
                  </a:lnTo>
                  <a:lnTo>
                    <a:pt x="3553" y="788"/>
                  </a:lnTo>
                  <a:lnTo>
                    <a:pt x="3190" y="742"/>
                  </a:lnTo>
                  <a:lnTo>
                    <a:pt x="2842" y="693"/>
                  </a:lnTo>
                  <a:lnTo>
                    <a:pt x="2508" y="641"/>
                  </a:lnTo>
                  <a:lnTo>
                    <a:pt x="2192" y="585"/>
                  </a:lnTo>
                  <a:lnTo>
                    <a:pt x="1890" y="525"/>
                  </a:lnTo>
                  <a:lnTo>
                    <a:pt x="1610" y="462"/>
                  </a:lnTo>
                  <a:lnTo>
                    <a:pt x="1347" y="399"/>
                  </a:lnTo>
                  <a:lnTo>
                    <a:pt x="1105" y="336"/>
                  </a:lnTo>
                  <a:lnTo>
                    <a:pt x="883" y="277"/>
                  </a:lnTo>
                  <a:lnTo>
                    <a:pt x="686" y="221"/>
                  </a:lnTo>
                  <a:lnTo>
                    <a:pt x="508" y="168"/>
                  </a:lnTo>
                  <a:lnTo>
                    <a:pt x="358" y="123"/>
                  </a:lnTo>
                  <a:lnTo>
                    <a:pt x="232" y="81"/>
                  </a:lnTo>
                  <a:lnTo>
                    <a:pt x="59" y="21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48798" y="1063417"/>
            <a:ext cx="8831816" cy="1372986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8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3543300"/>
            <a:ext cx="8825659" cy="2476500"/>
          </a:xfrm>
        </p:spPr>
        <p:txBody>
          <a:bodyPr anchor="ctr">
            <a:normAutofit/>
          </a:bodyPr>
          <a:lstStyle>
            <a:lvl1pPr marL="0" indent="0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3" name="Rectangle 12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6090673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" name="Group 2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7" name="Rectangle 1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Oval 21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Oval 22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Oval 23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Oval 24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1" name="Freeform 5"/>
            <p:cNvSpPr/>
            <p:nvPr/>
          </p:nvSpPr>
          <p:spPr bwMode="gray">
            <a:xfrm rot="21010068">
              <a:off x="8490951" y="41851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2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8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16" name="TextBox 15"/>
          <p:cNvSpPr txBox="1"/>
          <p:nvPr/>
        </p:nvSpPr>
        <p:spPr bwMode="gray">
          <a:xfrm>
            <a:off x="881566" y="607336"/>
            <a:ext cx="801912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“</a:t>
            </a:r>
          </a:p>
        </p:txBody>
      </p:sp>
      <p:sp>
        <p:nvSpPr>
          <p:cNvPr id="13" name="TextBox 12"/>
          <p:cNvSpPr txBox="1"/>
          <p:nvPr/>
        </p:nvSpPr>
        <p:spPr bwMode="gray">
          <a:xfrm>
            <a:off x="9884458" y="2613787"/>
            <a:ext cx="652763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9600" b="0" i="0" dirty="0"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  <a:cs typeface="Arial"/>
              </a:rPr>
              <a:t>”</a:t>
            </a: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1878" y="982134"/>
            <a:ext cx="8453906" cy="2696632"/>
          </a:xfrm>
        </p:spPr>
        <p:txBody>
          <a:bodyPr/>
          <a:lstStyle>
            <a:lvl1pPr>
              <a:defRPr sz="40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Text Placeholder 3"/>
          <p:cNvSpPr>
            <a:spLocks noGrp="1"/>
          </p:cNvSpPr>
          <p:nvPr>
            <p:ph type="body" sz="half" idx="13"/>
          </p:nvPr>
        </p:nvSpPr>
        <p:spPr bwMode="gray">
          <a:xfrm>
            <a:off x="1945945" y="3678766"/>
            <a:ext cx="7731219" cy="342174"/>
          </a:xfrm>
        </p:spPr>
        <p:txBody>
          <a:bodyPr anchor="t">
            <a:normAutofit/>
          </a:bodyPr>
          <a:lstStyle>
            <a:lvl1pPr marL="0" indent="0">
              <a:buNone/>
              <a:defRPr lang="en-US" sz="1400" b="0" i="0" kern="1200" cap="small" dirty="0">
                <a:solidFill>
                  <a:schemeClr val="accent1">
                    <a:lumMod val="60000"/>
                    <a:lumOff val="40000"/>
                  </a:schemeClr>
                </a:solidFill>
                <a:latin typeface="+mn-lt"/>
                <a:ea typeface="+mn-ea"/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0" name="Text Placeholder 3"/>
          <p:cNvSpPr>
            <a:spLocks noGrp="1"/>
          </p:cNvSpPr>
          <p:nvPr>
            <p:ph type="body" sz="half" idx="2"/>
          </p:nvPr>
        </p:nvSpPr>
        <p:spPr>
          <a:xfrm>
            <a:off x="1154954" y="5029199"/>
            <a:ext cx="9244897" cy="997857"/>
          </a:xfrm>
        </p:spPr>
        <p:txBody>
          <a:bodyPr anchor="ctr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9" name="Rectangle 18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9383374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1" name="Rectangle 10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Freeform 5"/>
            <p:cNvSpPr/>
            <p:nvPr/>
          </p:nvSpPr>
          <p:spPr bwMode="gray">
            <a:xfrm rot="21010068">
              <a:off x="8490951" y="4193583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8" name="Freeform 5"/>
            <p:cNvSpPr/>
            <p:nvPr/>
          </p:nvSpPr>
          <p:spPr bwMode="gray">
            <a:xfrm>
              <a:off x="455612" y="4241801"/>
              <a:ext cx="11277600" cy="2337161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2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2370667"/>
            <a:ext cx="8825660" cy="1822514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5024967"/>
            <a:ext cx="8825659" cy="860400"/>
          </a:xfrm>
        </p:spPr>
        <p:txBody>
          <a:bodyPr anchor="t"/>
          <a:lstStyle>
            <a:lvl1pPr marL="0" indent="0" algn="l">
              <a:buNone/>
              <a:defRPr sz="2000" cap="none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521552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2"/>
            <a:ext cx="314187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6" name="Text Placeholder 3"/>
          <p:cNvSpPr>
            <a:spLocks noGrp="1"/>
          </p:cNvSpPr>
          <p:nvPr>
            <p:ph type="body" sz="half" idx="15"/>
          </p:nvPr>
        </p:nvSpPr>
        <p:spPr>
          <a:xfrm>
            <a:off x="1154953" y="3179764"/>
            <a:ext cx="314187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12721" y="2603500"/>
            <a:ext cx="3147009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Text Placeholder 3"/>
          <p:cNvSpPr>
            <a:spLocks noGrp="1"/>
          </p:cNvSpPr>
          <p:nvPr>
            <p:ph type="body" sz="half" idx="16"/>
          </p:nvPr>
        </p:nvSpPr>
        <p:spPr>
          <a:xfrm>
            <a:off x="4512721" y="3179763"/>
            <a:ext cx="3147009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888135" y="2603501"/>
            <a:ext cx="3145730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20" name="Text Placeholder 3"/>
          <p:cNvSpPr>
            <a:spLocks noGrp="1"/>
          </p:cNvSpPr>
          <p:nvPr>
            <p:ph type="body" sz="half" idx="17"/>
          </p:nvPr>
        </p:nvSpPr>
        <p:spPr>
          <a:xfrm>
            <a:off x="7888329" y="3179762"/>
            <a:ext cx="3145536" cy="2847293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17" name="Straight Connector 16"/>
          <p:cNvCxnSpPr/>
          <p:nvPr/>
        </p:nvCxnSpPr>
        <p:spPr>
          <a:xfrm>
            <a:off x="440397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8" name="Straight Connector 17"/>
          <p:cNvCxnSpPr/>
          <p:nvPr/>
        </p:nvCxnSpPr>
        <p:spPr>
          <a:xfrm>
            <a:off x="777240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14590170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3 Picture Colum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4532844"/>
            <a:ext cx="305043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9" name="Picture Placeholder 2"/>
          <p:cNvSpPr>
            <a:spLocks noGrp="1" noChangeAspect="1"/>
          </p:cNvSpPr>
          <p:nvPr>
            <p:ph type="pic" idx="15"/>
          </p:nvPr>
        </p:nvSpPr>
        <p:spPr>
          <a:xfrm>
            <a:off x="1334553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2" name="Text Placeholder 3"/>
          <p:cNvSpPr>
            <a:spLocks noGrp="1"/>
          </p:cNvSpPr>
          <p:nvPr>
            <p:ph type="body" sz="half" idx="18"/>
          </p:nvPr>
        </p:nvSpPr>
        <p:spPr>
          <a:xfrm>
            <a:off x="1154954" y="5109106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568865" y="4532844"/>
            <a:ext cx="3050438" cy="576263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1" name="Picture Placeholder 2"/>
          <p:cNvSpPr>
            <a:spLocks noGrp="1" noChangeAspect="1"/>
          </p:cNvSpPr>
          <p:nvPr>
            <p:ph type="pic" idx="21"/>
          </p:nvPr>
        </p:nvSpPr>
        <p:spPr>
          <a:xfrm>
            <a:off x="4748462" y="2603500"/>
            <a:ext cx="2691243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3" name="Text Placeholder 3"/>
          <p:cNvSpPr>
            <a:spLocks noGrp="1"/>
          </p:cNvSpPr>
          <p:nvPr>
            <p:ph type="body" sz="half" idx="19"/>
          </p:nvPr>
        </p:nvSpPr>
        <p:spPr>
          <a:xfrm>
            <a:off x="4570172" y="5109105"/>
            <a:ext cx="3050438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14" name="Text Placeholder 4"/>
          <p:cNvSpPr>
            <a:spLocks noGrp="1"/>
          </p:cNvSpPr>
          <p:nvPr>
            <p:ph type="body" sz="quarter" idx="13"/>
          </p:nvPr>
        </p:nvSpPr>
        <p:spPr>
          <a:xfrm>
            <a:off x="7982775" y="4532845"/>
            <a:ext cx="3051095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>
                <a:solidFill>
                  <a:schemeClr val="accent1">
                    <a:lumMod val="60000"/>
                    <a:lumOff val="40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2" name="Picture Placeholder 2"/>
          <p:cNvSpPr>
            <a:spLocks noGrp="1" noChangeAspect="1"/>
          </p:cNvSpPr>
          <p:nvPr>
            <p:ph type="pic" idx="22"/>
          </p:nvPr>
        </p:nvSpPr>
        <p:spPr>
          <a:xfrm>
            <a:off x="8163031" y="2603500"/>
            <a:ext cx="2691242" cy="1591510"/>
          </a:xfrm>
          <a:prstGeom prst="roundRect">
            <a:avLst>
              <a:gd name="adj" fmla="val 1858"/>
            </a:avLst>
          </a:prstGeom>
          <a:effectLst>
            <a:outerShdw blurRad="50800" dist="50800" dir="5400000" algn="tl" rotWithShape="0">
              <a:srgbClr val="000000">
                <a:alpha val="43000"/>
              </a:srgbClr>
            </a:out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24" name="Text Placeholder 3"/>
          <p:cNvSpPr>
            <a:spLocks noGrp="1"/>
          </p:cNvSpPr>
          <p:nvPr>
            <p:ph type="body" sz="half" idx="20"/>
          </p:nvPr>
        </p:nvSpPr>
        <p:spPr>
          <a:xfrm>
            <a:off x="7982775" y="5109104"/>
            <a:ext cx="3051096" cy="917952"/>
          </a:xfrm>
        </p:spPr>
        <p:txBody>
          <a:bodyPr anchor="t">
            <a:normAutofit/>
          </a:bodyPr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cxnSp>
        <p:nvCxnSpPr>
          <p:cNvPr id="43" name="Straight Connector 42"/>
          <p:cNvCxnSpPr/>
          <p:nvPr/>
        </p:nvCxnSpPr>
        <p:spPr>
          <a:xfrm>
            <a:off x="4405831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4" name="Straight Connector 43"/>
          <p:cNvCxnSpPr/>
          <p:nvPr/>
        </p:nvCxnSpPr>
        <p:spPr>
          <a:xfrm>
            <a:off x="7797802" y="2569633"/>
            <a:ext cx="0" cy="3492499"/>
          </a:xfrm>
          <a:prstGeom prst="line">
            <a:avLst/>
          </a:prstGeom>
          <a:ln w="12700" cmpd="sng">
            <a:solidFill>
              <a:schemeClr val="accent1">
                <a:alpha val="40000"/>
              </a:schemeClr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>
          <a:xfrm>
            <a:off x="561111" y="6391838"/>
            <a:ext cx="3644282" cy="304801"/>
          </a:xfrm>
        </p:spPr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13938056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154954" y="973668"/>
            <a:ext cx="8825659" cy="706964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2603500"/>
            <a:ext cx="8825659" cy="3416300"/>
          </a:xfrm>
        </p:spPr>
        <p:txBody>
          <a:bodyPr vert="eaVert" anchor="t" anchorCtr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95439" y="6391838"/>
            <a:ext cx="990599" cy="304799"/>
          </a:xfrm>
        </p:spPr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33362587"/>
      </p:ext>
    </p:extLst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" name="Group 8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12" name="Rectangle 11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2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Oval 18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Oval 19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7" name="Rectangle 6"/>
            <p:cNvSpPr/>
            <p:nvPr/>
          </p:nvSpPr>
          <p:spPr bwMode="gray">
            <a:xfrm>
              <a:off x="414867" y="402165"/>
              <a:ext cx="6510866" cy="6053670"/>
            </a:xfrm>
            <a:prstGeom prst="rect">
              <a:avLst/>
            </a:prstGeom>
            <a:solidFill>
              <a:schemeClr val="bg1"/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Freeform 5"/>
            <p:cNvSpPr/>
            <p:nvPr/>
          </p:nvSpPr>
          <p:spPr bwMode="gray">
            <a:xfrm rot="5101749">
              <a:off x="6294738" y="457773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0" name="Freeform 5"/>
            <p:cNvSpPr/>
            <p:nvPr/>
          </p:nvSpPr>
          <p:spPr bwMode="gray">
            <a:xfrm rot="5400000">
              <a:off x="4449232" y="2801721"/>
              <a:ext cx="6053670" cy="1254558"/>
            </a:xfrm>
            <a:custGeom>
              <a:avLst/>
              <a:gdLst/>
              <a:ahLst/>
              <a:cxnLst/>
              <a:rect l="l" t="t" r="r" b="b"/>
              <a:pathLst>
                <a:path w="10000" h="8000">
                  <a:moveTo>
                    <a:pt x="0" y="0"/>
                  </a:moveTo>
                  <a:lnTo>
                    <a:pt x="0" y="7970"/>
                  </a:lnTo>
                  <a:lnTo>
                    <a:pt x="10000" y="8000"/>
                  </a:lnTo>
                  <a:lnTo>
                    <a:pt x="10000" y="7"/>
                  </a:lnTo>
                  <a:lnTo>
                    <a:pt x="10000" y="7"/>
                  </a:lnTo>
                  <a:lnTo>
                    <a:pt x="9773" y="156"/>
                  </a:lnTo>
                  <a:lnTo>
                    <a:pt x="9547" y="298"/>
                  </a:lnTo>
                  <a:lnTo>
                    <a:pt x="9320" y="437"/>
                  </a:lnTo>
                  <a:lnTo>
                    <a:pt x="9092" y="556"/>
                  </a:lnTo>
                  <a:lnTo>
                    <a:pt x="8865" y="676"/>
                  </a:lnTo>
                  <a:lnTo>
                    <a:pt x="8637" y="788"/>
                  </a:lnTo>
                  <a:lnTo>
                    <a:pt x="8412" y="884"/>
                  </a:lnTo>
                  <a:lnTo>
                    <a:pt x="8184" y="975"/>
                  </a:lnTo>
                  <a:lnTo>
                    <a:pt x="7957" y="1058"/>
                  </a:lnTo>
                  <a:lnTo>
                    <a:pt x="7734" y="1130"/>
                  </a:lnTo>
                  <a:lnTo>
                    <a:pt x="7508" y="1202"/>
                  </a:lnTo>
                  <a:lnTo>
                    <a:pt x="7285" y="1262"/>
                  </a:lnTo>
                  <a:lnTo>
                    <a:pt x="7062" y="1309"/>
                  </a:lnTo>
                  <a:lnTo>
                    <a:pt x="6840" y="1358"/>
                  </a:lnTo>
                  <a:lnTo>
                    <a:pt x="6620" y="1399"/>
                  </a:lnTo>
                  <a:lnTo>
                    <a:pt x="6402" y="1428"/>
                  </a:lnTo>
                  <a:lnTo>
                    <a:pt x="6184" y="1453"/>
                  </a:lnTo>
                  <a:lnTo>
                    <a:pt x="5968" y="1477"/>
                  </a:lnTo>
                  <a:lnTo>
                    <a:pt x="5755" y="1488"/>
                  </a:lnTo>
                  <a:lnTo>
                    <a:pt x="5542" y="1500"/>
                  </a:lnTo>
                  <a:lnTo>
                    <a:pt x="5332" y="1506"/>
                  </a:lnTo>
                  <a:lnTo>
                    <a:pt x="5124" y="1500"/>
                  </a:lnTo>
                  <a:lnTo>
                    <a:pt x="4918" y="1500"/>
                  </a:lnTo>
                  <a:lnTo>
                    <a:pt x="4714" y="1488"/>
                  </a:lnTo>
                  <a:lnTo>
                    <a:pt x="4514" y="1470"/>
                  </a:lnTo>
                  <a:lnTo>
                    <a:pt x="4316" y="1453"/>
                  </a:lnTo>
                  <a:lnTo>
                    <a:pt x="4122" y="1434"/>
                  </a:lnTo>
                  <a:lnTo>
                    <a:pt x="3929" y="1405"/>
                  </a:lnTo>
                  <a:lnTo>
                    <a:pt x="3739" y="1374"/>
                  </a:lnTo>
                  <a:lnTo>
                    <a:pt x="3553" y="1346"/>
                  </a:lnTo>
                  <a:lnTo>
                    <a:pt x="3190" y="1267"/>
                  </a:lnTo>
                  <a:lnTo>
                    <a:pt x="2842" y="1183"/>
                  </a:lnTo>
                  <a:lnTo>
                    <a:pt x="2508" y="1095"/>
                  </a:lnTo>
                  <a:lnTo>
                    <a:pt x="2192" y="998"/>
                  </a:lnTo>
                  <a:lnTo>
                    <a:pt x="1890" y="897"/>
                  </a:lnTo>
                  <a:lnTo>
                    <a:pt x="1610" y="788"/>
                  </a:lnTo>
                  <a:lnTo>
                    <a:pt x="1347" y="681"/>
                  </a:lnTo>
                  <a:lnTo>
                    <a:pt x="1105" y="574"/>
                  </a:lnTo>
                  <a:lnTo>
                    <a:pt x="883" y="473"/>
                  </a:lnTo>
                  <a:lnTo>
                    <a:pt x="686" y="377"/>
                  </a:lnTo>
                  <a:lnTo>
                    <a:pt x="508" y="286"/>
                  </a:lnTo>
                  <a:lnTo>
                    <a:pt x="358" y="210"/>
                  </a:lnTo>
                  <a:lnTo>
                    <a:pt x="232" y="138"/>
                  </a:lnTo>
                  <a:lnTo>
                    <a:pt x="59" y="35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3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8585235" y="1278467"/>
            <a:ext cx="1409965" cy="4748590"/>
          </a:xfrm>
        </p:spPr>
        <p:txBody>
          <a:bodyPr vert="eaVert" anchor="b" anchorCtr="0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154954" y="1278467"/>
            <a:ext cx="6256025" cy="4748590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>
          <a:xfrm>
            <a:off x="10653104" y="6391838"/>
            <a:ext cx="992135" cy="304799"/>
          </a:xfrm>
        </p:spPr>
        <p:txBody>
          <a:bodyPr/>
          <a:lstStyle/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4" name="Rectangle 13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755088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18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slideLayout" Target="../slideLayouts/slideLayout17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19" Type="http://schemas.openxmlformats.org/officeDocument/2006/relationships/image" Target="../media/image1.jpeg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8" name="Group 7"/>
          <p:cNvGrpSpPr/>
          <p:nvPr/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7" name="Rectangle 6"/>
            <p:cNvSpPr/>
            <p:nvPr/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19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</p:sp>
        <p:sp>
          <p:nvSpPr>
            <p:cNvPr id="13" name="Oval 12"/>
            <p:cNvSpPr/>
            <p:nvPr/>
          </p:nvSpPr>
          <p:spPr>
            <a:xfrm>
              <a:off x="0" y="2667000"/>
              <a:ext cx="4191000" cy="41910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1000"/>
                  </a:schemeClr>
                </a:gs>
                <a:gs pos="75000">
                  <a:schemeClr val="accent5">
                    <a:alpha val="0"/>
                  </a:schemeClr>
                </a:gs>
                <a:gs pos="36000">
                  <a:schemeClr val="accent5">
                    <a:alpha val="10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5" name="Oval 14"/>
            <p:cNvSpPr/>
            <p:nvPr/>
          </p:nvSpPr>
          <p:spPr>
            <a:xfrm>
              <a:off x="0" y="2895600"/>
              <a:ext cx="2362200" cy="2362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8000"/>
                  </a:schemeClr>
                </a:gs>
                <a:gs pos="72000">
                  <a:schemeClr val="accent5">
                    <a:alpha val="0"/>
                  </a:schemeClr>
                </a:gs>
                <a:gs pos="36000">
                  <a:schemeClr val="accent5">
                    <a:alpha val="8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8" name="Oval 17"/>
            <p:cNvSpPr/>
            <p:nvPr/>
          </p:nvSpPr>
          <p:spPr>
            <a:xfrm>
              <a:off x="8609012" y="5867400"/>
              <a:ext cx="990600" cy="9906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66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6" name="Oval 15"/>
            <p:cNvSpPr/>
            <p:nvPr/>
          </p:nvSpPr>
          <p:spPr>
            <a:xfrm>
              <a:off x="8609012" y="1676400"/>
              <a:ext cx="2819400" cy="28194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7000"/>
                  </a:schemeClr>
                </a:gs>
                <a:gs pos="69000">
                  <a:schemeClr val="accent5">
                    <a:alpha val="0"/>
                  </a:schemeClr>
                </a:gs>
                <a:gs pos="36000">
                  <a:schemeClr val="accent5">
                    <a:alpha val="6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7" name="Oval 16"/>
            <p:cNvSpPr/>
            <p:nvPr/>
          </p:nvSpPr>
          <p:spPr>
            <a:xfrm>
              <a:off x="7999412" y="8464"/>
              <a:ext cx="1600200" cy="1600200"/>
            </a:xfrm>
            <a:prstGeom prst="ellipse">
              <a:avLst/>
            </a:prstGeom>
            <a:gradFill flip="none" rotWithShape="1">
              <a:gsLst>
                <a:gs pos="0">
                  <a:schemeClr val="accent5">
                    <a:alpha val="14000"/>
                  </a:schemeClr>
                </a:gs>
                <a:gs pos="73000">
                  <a:schemeClr val="accent5">
                    <a:alpha val="0"/>
                  </a:schemeClr>
                </a:gs>
                <a:gs pos="36000">
                  <a:schemeClr val="accent5">
                    <a:alpha val="7000"/>
                  </a:schemeClr>
                </a:gs>
              </a:gsLst>
              <a:path path="circle">
                <a:fillToRect l="50000" t="50000" r="50000" b="50000"/>
              </a:path>
              <a:tileRect/>
            </a:gra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0" name="Freeform 5"/>
            <p:cNvSpPr/>
            <p:nvPr/>
          </p:nvSpPr>
          <p:spPr bwMode="gray">
            <a:xfrm rot="21010068">
              <a:off x="8490951" y="1797517"/>
              <a:ext cx="3299407" cy="440924"/>
            </a:xfrm>
            <a:custGeom>
              <a:avLst/>
              <a:gdLst/>
              <a:ahLst/>
              <a:cxnLst/>
              <a:rect l="l" t="t" r="r" b="b"/>
              <a:pathLst>
                <a:path w="10000" h="5291">
                  <a:moveTo>
                    <a:pt x="85" y="2532"/>
                  </a:moveTo>
                  <a:cubicBezTo>
                    <a:pt x="1736" y="3911"/>
                    <a:pt x="7524" y="5298"/>
                    <a:pt x="9958" y="5291"/>
                  </a:cubicBezTo>
                  <a:cubicBezTo>
                    <a:pt x="9989" y="1958"/>
                    <a:pt x="9969" y="3333"/>
                    <a:pt x="10000" y="0"/>
                  </a:cubicBezTo>
                  <a:lnTo>
                    <a:pt x="10000" y="0"/>
                  </a:lnTo>
                  <a:lnTo>
                    <a:pt x="9667" y="204"/>
                  </a:lnTo>
                  <a:lnTo>
                    <a:pt x="9334" y="400"/>
                  </a:lnTo>
                  <a:lnTo>
                    <a:pt x="9001" y="590"/>
                  </a:lnTo>
                  <a:lnTo>
                    <a:pt x="8667" y="753"/>
                  </a:lnTo>
                  <a:lnTo>
                    <a:pt x="8333" y="917"/>
                  </a:lnTo>
                  <a:lnTo>
                    <a:pt x="7999" y="1071"/>
                  </a:lnTo>
                  <a:lnTo>
                    <a:pt x="7669" y="1202"/>
                  </a:lnTo>
                  <a:lnTo>
                    <a:pt x="7333" y="1325"/>
                  </a:lnTo>
                  <a:lnTo>
                    <a:pt x="7000" y="1440"/>
                  </a:lnTo>
                  <a:lnTo>
                    <a:pt x="6673" y="1538"/>
                  </a:lnTo>
                  <a:lnTo>
                    <a:pt x="6340" y="1636"/>
                  </a:lnTo>
                  <a:lnTo>
                    <a:pt x="6013" y="1719"/>
                  </a:lnTo>
                  <a:lnTo>
                    <a:pt x="5686" y="1784"/>
                  </a:lnTo>
                  <a:lnTo>
                    <a:pt x="5359" y="1850"/>
                  </a:lnTo>
                  <a:lnTo>
                    <a:pt x="5036" y="1906"/>
                  </a:lnTo>
                  <a:lnTo>
                    <a:pt x="4717" y="1948"/>
                  </a:lnTo>
                  <a:lnTo>
                    <a:pt x="4396" y="1980"/>
                  </a:lnTo>
                  <a:lnTo>
                    <a:pt x="4079" y="2013"/>
                  </a:lnTo>
                  <a:lnTo>
                    <a:pt x="3766" y="2029"/>
                  </a:lnTo>
                  <a:lnTo>
                    <a:pt x="3454" y="2046"/>
                  </a:lnTo>
                  <a:lnTo>
                    <a:pt x="3145" y="2053"/>
                  </a:lnTo>
                  <a:lnTo>
                    <a:pt x="2839" y="2046"/>
                  </a:lnTo>
                  <a:lnTo>
                    <a:pt x="2537" y="2046"/>
                  </a:lnTo>
                  <a:lnTo>
                    <a:pt x="2238" y="2029"/>
                  </a:lnTo>
                  <a:lnTo>
                    <a:pt x="1943" y="2004"/>
                  </a:lnTo>
                  <a:lnTo>
                    <a:pt x="1653" y="1980"/>
                  </a:lnTo>
                  <a:lnTo>
                    <a:pt x="1368" y="1955"/>
                  </a:lnTo>
                  <a:lnTo>
                    <a:pt x="1085" y="1915"/>
                  </a:lnTo>
                  <a:lnTo>
                    <a:pt x="806" y="1873"/>
                  </a:lnTo>
                  <a:lnTo>
                    <a:pt x="533" y="1833"/>
                  </a:lnTo>
                  <a:lnTo>
                    <a:pt x="0" y="1726"/>
                  </a:lnTo>
                  <a:cubicBezTo>
                    <a:pt x="28" y="1995"/>
                    <a:pt x="57" y="2263"/>
                    <a:pt x="85" y="2532"/>
                  </a:cubicBezTo>
                  <a:close/>
                </a:path>
              </a:pathLst>
            </a:custGeom>
            <a:solidFill>
              <a:schemeClr val="bg1">
                <a:alpha val="20000"/>
              </a:schemeClr>
            </a:solidFill>
            <a:ln>
              <a:noFill/>
            </a:ln>
          </p:spPr>
        </p:sp>
        <p:sp>
          <p:nvSpPr>
            <p:cNvPr id="19" name="Freeform 5"/>
            <p:cNvSpPr/>
            <p:nvPr/>
          </p:nvSpPr>
          <p:spPr bwMode="gray">
            <a:xfrm>
              <a:off x="459506" y="1866405"/>
              <a:ext cx="11277600" cy="4533900"/>
            </a:xfrm>
            <a:custGeom>
              <a:avLst/>
              <a:gdLst/>
              <a:ahLst/>
              <a:cxnLst/>
              <a:rect l="0" t="0" r="r" b="b"/>
              <a:pathLst>
                <a:path w="7104" h="2856">
                  <a:moveTo>
                    <a:pt x="0" y="0"/>
                  </a:moveTo>
                  <a:lnTo>
                    <a:pt x="0" y="2856"/>
                  </a:lnTo>
                  <a:lnTo>
                    <a:pt x="7104" y="2856"/>
                  </a:lnTo>
                  <a:lnTo>
                    <a:pt x="7104" y="1"/>
                  </a:lnTo>
                  <a:lnTo>
                    <a:pt x="7104" y="1"/>
                  </a:lnTo>
                  <a:lnTo>
                    <a:pt x="6943" y="26"/>
                  </a:lnTo>
                  <a:lnTo>
                    <a:pt x="6782" y="50"/>
                  </a:lnTo>
                  <a:lnTo>
                    <a:pt x="6621" y="73"/>
                  </a:lnTo>
                  <a:lnTo>
                    <a:pt x="6459" y="93"/>
                  </a:lnTo>
                  <a:lnTo>
                    <a:pt x="6298" y="113"/>
                  </a:lnTo>
                  <a:lnTo>
                    <a:pt x="6136" y="132"/>
                  </a:lnTo>
                  <a:lnTo>
                    <a:pt x="5976" y="148"/>
                  </a:lnTo>
                  <a:lnTo>
                    <a:pt x="5814" y="163"/>
                  </a:lnTo>
                  <a:lnTo>
                    <a:pt x="5653" y="177"/>
                  </a:lnTo>
                  <a:lnTo>
                    <a:pt x="5494" y="189"/>
                  </a:lnTo>
                  <a:lnTo>
                    <a:pt x="5334" y="201"/>
                  </a:lnTo>
                  <a:lnTo>
                    <a:pt x="5175" y="211"/>
                  </a:lnTo>
                  <a:lnTo>
                    <a:pt x="5017" y="219"/>
                  </a:lnTo>
                  <a:lnTo>
                    <a:pt x="4859" y="227"/>
                  </a:lnTo>
                  <a:lnTo>
                    <a:pt x="4703" y="234"/>
                  </a:lnTo>
                  <a:lnTo>
                    <a:pt x="4548" y="239"/>
                  </a:lnTo>
                  <a:lnTo>
                    <a:pt x="4393" y="243"/>
                  </a:lnTo>
                  <a:lnTo>
                    <a:pt x="4240" y="247"/>
                  </a:lnTo>
                  <a:lnTo>
                    <a:pt x="4088" y="249"/>
                  </a:lnTo>
                  <a:lnTo>
                    <a:pt x="3937" y="251"/>
                  </a:lnTo>
                  <a:lnTo>
                    <a:pt x="3788" y="252"/>
                  </a:lnTo>
                  <a:lnTo>
                    <a:pt x="3640" y="251"/>
                  </a:lnTo>
                  <a:lnTo>
                    <a:pt x="3494" y="251"/>
                  </a:lnTo>
                  <a:lnTo>
                    <a:pt x="3349" y="249"/>
                  </a:lnTo>
                  <a:lnTo>
                    <a:pt x="3207" y="246"/>
                  </a:lnTo>
                  <a:lnTo>
                    <a:pt x="3066" y="243"/>
                  </a:lnTo>
                  <a:lnTo>
                    <a:pt x="2928" y="240"/>
                  </a:lnTo>
                  <a:lnTo>
                    <a:pt x="2791" y="235"/>
                  </a:lnTo>
                  <a:lnTo>
                    <a:pt x="2656" y="230"/>
                  </a:lnTo>
                  <a:lnTo>
                    <a:pt x="2524" y="225"/>
                  </a:lnTo>
                  <a:lnTo>
                    <a:pt x="2266" y="212"/>
                  </a:lnTo>
                  <a:lnTo>
                    <a:pt x="2019" y="198"/>
                  </a:lnTo>
                  <a:lnTo>
                    <a:pt x="1782" y="183"/>
                  </a:lnTo>
                  <a:lnTo>
                    <a:pt x="1557" y="167"/>
                  </a:lnTo>
                  <a:lnTo>
                    <a:pt x="1343" y="150"/>
                  </a:lnTo>
                  <a:lnTo>
                    <a:pt x="1144" y="132"/>
                  </a:lnTo>
                  <a:lnTo>
                    <a:pt x="957" y="114"/>
                  </a:lnTo>
                  <a:lnTo>
                    <a:pt x="785" y="96"/>
                  </a:lnTo>
                  <a:lnTo>
                    <a:pt x="627" y="79"/>
                  </a:lnTo>
                  <a:lnTo>
                    <a:pt x="487" y="63"/>
                  </a:lnTo>
                  <a:lnTo>
                    <a:pt x="361" y="48"/>
                  </a:lnTo>
                  <a:lnTo>
                    <a:pt x="254" y="35"/>
                  </a:lnTo>
                  <a:lnTo>
                    <a:pt x="165" y="23"/>
                  </a:lnTo>
                  <a:lnTo>
                    <a:pt x="42" y="6"/>
                  </a:lnTo>
                  <a:lnTo>
                    <a:pt x="0" y="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  <p:sp>
          <p:nvSpPr>
            <p:cNvPr id="14" name="Freeform 5"/>
            <p:cNvSpPr>
              <a:spLocks noEditPoints="1"/>
            </p:cNvSpPr>
            <p:nvPr/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 bwMode="gray">
          <a:xfrm>
            <a:off x="1154954" y="973668"/>
            <a:ext cx="8761413" cy="706964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154954" y="2603500"/>
            <a:ext cx="8761413" cy="34163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0653104" y="6391838"/>
            <a:ext cx="990599" cy="30479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1" i="0">
                <a:solidFill>
                  <a:schemeClr val="accent1"/>
                </a:solidFill>
              </a:defRPr>
            </a:lvl1pPr>
          </a:lstStyle>
          <a:p>
            <a:fld id="{22E6F0C2-5D71-410A-8116-9E5B6C6E40FC}" type="datetimeFigureOut">
              <a:rPr lang="en-US" smtClean="0"/>
              <a:t>1/14/2026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561110" y="6391838"/>
            <a:ext cx="3859795" cy="304801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1" i="0">
                <a:solidFill>
                  <a:schemeClr val="accent1"/>
                </a:solidFill>
              </a:defRPr>
            </a:lvl1pPr>
          </a:lstStyle>
          <a:p>
            <a:endParaRPr lang="en-US"/>
          </a:p>
        </p:txBody>
      </p:sp>
      <p:sp>
        <p:nvSpPr>
          <p:cNvPr id="21" name="Rectangle 20"/>
          <p:cNvSpPr/>
          <p:nvPr/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 bwMode="gray">
          <a:xfrm>
            <a:off x="10352540" y="295729"/>
            <a:ext cx="838199" cy="7676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ctr">
              <a:defRPr sz="2800" b="0" i="0">
                <a:solidFill>
                  <a:schemeClr val="bg1"/>
                </a:solidFill>
              </a:defRPr>
            </a:lvl1pPr>
          </a:lstStyle>
          <a:p>
            <a:fld id="{CAF89D35-305C-4B1F-B1EB-3F3057B226C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9727980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85" r:id="rId1"/>
    <p:sldLayoutId id="2147483686" r:id="rId2"/>
    <p:sldLayoutId id="2147483687" r:id="rId3"/>
    <p:sldLayoutId id="2147483688" r:id="rId4"/>
    <p:sldLayoutId id="2147483689" r:id="rId5"/>
    <p:sldLayoutId id="2147483690" r:id="rId6"/>
    <p:sldLayoutId id="2147483691" r:id="rId7"/>
    <p:sldLayoutId id="2147483692" r:id="rId8"/>
    <p:sldLayoutId id="2147483693" r:id="rId9"/>
    <p:sldLayoutId id="2147483694" r:id="rId10"/>
    <p:sldLayoutId id="2147483695" r:id="rId11"/>
    <p:sldLayoutId id="2147483696" r:id="rId12"/>
    <p:sldLayoutId id="2147483697" r:id="rId13"/>
    <p:sldLayoutId id="2147483698" r:id="rId14"/>
    <p:sldLayoutId id="2147483699" r:id="rId15"/>
    <p:sldLayoutId id="2147483700" r:id="rId16"/>
    <p:sldLayoutId id="2147483701" r:id="rId17"/>
  </p:sldLayoutIdLst>
  <p:txStyles>
    <p:titleStyle>
      <a:lvl1pPr algn="l" defTabSz="457200" rtl="0" eaLnBrk="1" latinLnBrk="0" hangingPunct="1">
        <a:spcBef>
          <a:spcPct val="0"/>
        </a:spcBef>
        <a:buNone/>
        <a:defRPr sz="3600" b="0" i="0" kern="1200">
          <a:solidFill>
            <a:schemeClr val="bg2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b="0" i="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rotWithShape="1">
          <a:blip r:embed="rId3">
            <a:duotone>
              <a:schemeClr val="bg2">
                <a:shade val="69000"/>
                <a:hueMod val="91000"/>
                <a:satMod val="164000"/>
                <a:lumMod val="74000"/>
              </a:schemeClr>
              <a:schemeClr val="bg2">
                <a:hueMod val="124000"/>
                <a:satMod val="140000"/>
                <a:lumMod val="142000"/>
              </a:schemeClr>
            </a:duotone>
          </a:blip>
          <a:stretch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36" name="Group 35">
            <a:extLst>
              <a:ext uri="{FF2B5EF4-FFF2-40B4-BE49-F238E27FC236}">
                <a16:creationId xmlns:a16="http://schemas.microsoft.com/office/drawing/2014/main" id="{93E10248-AF0E-477D-B4D2-47C02CE4E3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GrpSpPr>
            <a:grpSpLocks noGrp="1" noUngrp="1" noRot="1" noChangeAspect="1" noMove="1" noResize="1"/>
          </p:cNvGrp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GrpSpPr>
        <p:grpSpPr>
          <a:xfrm>
            <a:off x="0" y="0"/>
            <a:ext cx="12192000" cy="6858000"/>
            <a:chOff x="0" y="0"/>
            <a:chExt cx="12192000" cy="6858000"/>
          </a:xfrm>
        </p:grpSpPr>
        <p:sp>
          <p:nvSpPr>
            <p:cNvPr id="37" name="Rectangle 36">
              <a:extLst>
                <a:ext uri="{FF2B5EF4-FFF2-40B4-BE49-F238E27FC236}">
                  <a16:creationId xmlns:a16="http://schemas.microsoft.com/office/drawing/2014/main" id="{533010C2-2DA5-460F-A40C-5317F567A03E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/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>
            <a:xfrm>
              <a:off x="0" y="0"/>
              <a:ext cx="12192000" cy="6858000"/>
            </a:xfrm>
            <a:prstGeom prst="rect">
              <a:avLst/>
            </a:prstGeom>
            <a:blipFill>
              <a:blip r:embed="rId3">
                <a:duotone>
                  <a:schemeClr val="dk2">
                    <a:shade val="69000"/>
                    <a:hueMod val="91000"/>
                    <a:satMod val="164000"/>
                    <a:lumMod val="74000"/>
                  </a:schemeClr>
                  <a:schemeClr val="dk2">
                    <a:hueMod val="124000"/>
                    <a:satMod val="140000"/>
                    <a:lumMod val="142000"/>
                  </a:schemeClr>
                </a:duotone>
              </a:blip>
              <a:stretch>
                <a:fillRect/>
              </a:stretch>
            </a:blipFill>
            <a:ln>
              <a:noFill/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/>
            <a:lstStyle/>
            <a:p>
              <a:endParaRPr lang="en-US"/>
            </a:p>
          </p:txBody>
        </p:sp>
        <p:sp>
          <p:nvSpPr>
            <p:cNvPr id="38" name="Freeform 5">
              <a:extLst>
                <a:ext uri="{FF2B5EF4-FFF2-40B4-BE49-F238E27FC236}">
                  <a16:creationId xmlns:a16="http://schemas.microsoft.com/office/drawing/2014/main" id="{17CB0634-F963-4EC9-A6F6-8EA46BD1F103}"/>
                </a:ext>
                <a:ext uri="{C183D7F6-B498-43B3-948B-1728B52AA6E4}">
                  <adec:decorative xmlns:adec="http://schemas.microsoft.com/office/drawing/2017/decorative" val="1"/>
                </a:ext>
              </a:extLst>
            </p:cNvPr>
            <p:cNvSpPr>
              <a:spLocks noEditPoints="1"/>
            </p:cNvSpPr>
            <p:nvPr>
              <p:extLst>
                <p:ext uri="{386F3935-93C4-4BCD-93E2-E3B085C9AB24}">
                  <p16:designElem xmlns:p16="http://schemas.microsoft.com/office/powerpoint/2015/main" val="1"/>
                </p:ext>
              </p:extLst>
            </p:nvPr>
          </p:nvSpPr>
          <p:spPr bwMode="gray">
            <a:xfrm>
              <a:off x="0" y="1587"/>
              <a:ext cx="12192000" cy="6856413"/>
            </a:xfrm>
            <a:custGeom>
              <a:avLst/>
              <a:gdLst/>
              <a:ahLst/>
              <a:cxnLst/>
              <a:rect l="0" t="0" r="r" b="b"/>
              <a:pathLst>
                <a:path w="15356" h="8638">
                  <a:moveTo>
                    <a:pt x="0" y="0"/>
                  </a:moveTo>
                  <a:lnTo>
                    <a:pt x="0" y="8638"/>
                  </a:lnTo>
                  <a:lnTo>
                    <a:pt x="15356" y="8638"/>
                  </a:lnTo>
                  <a:lnTo>
                    <a:pt x="15356" y="0"/>
                  </a:lnTo>
                  <a:lnTo>
                    <a:pt x="0" y="0"/>
                  </a:lnTo>
                  <a:close/>
                  <a:moveTo>
                    <a:pt x="14748" y="8038"/>
                  </a:moveTo>
                  <a:lnTo>
                    <a:pt x="600" y="8038"/>
                  </a:lnTo>
                  <a:lnTo>
                    <a:pt x="600" y="592"/>
                  </a:lnTo>
                  <a:lnTo>
                    <a:pt x="14748" y="592"/>
                  </a:lnTo>
                  <a:lnTo>
                    <a:pt x="14748" y="8038"/>
                  </a:lnTo>
                  <a:close/>
                </a:path>
              </a:pathLst>
            </a:custGeom>
            <a:solidFill>
              <a:schemeClr val="bg1"/>
            </a:solidFill>
            <a:ln>
              <a:noFill/>
            </a:ln>
          </p:spPr>
          <p:txBody>
            <a:bodyPr/>
            <a:lstStyle/>
            <a:p>
              <a:endParaRPr lang="en-US"/>
            </a:p>
          </p:txBody>
        </p:sp>
      </p:grpSp>
      <p:sp>
        <p:nvSpPr>
          <p:cNvPr id="39" name="Rectangle 38">
            <a:extLst>
              <a:ext uri="{FF2B5EF4-FFF2-40B4-BE49-F238E27FC236}">
                <a16:creationId xmlns:a16="http://schemas.microsoft.com/office/drawing/2014/main" id="{73C0A186-7444-4460-9C37-532E7671E99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0437812" y="0"/>
            <a:ext cx="685800" cy="1143000"/>
          </a:xfrm>
          <a:prstGeom prst="rect">
            <a:avLst/>
          </a:prstGeom>
          <a:solidFill>
            <a:schemeClr val="accent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 useBgFill="1">
        <p:nvSpPr>
          <p:cNvPr id="40" name="Rectangle 39">
            <a:extLst>
              <a:ext uri="{FF2B5EF4-FFF2-40B4-BE49-F238E27FC236}">
                <a16:creationId xmlns:a16="http://schemas.microsoft.com/office/drawing/2014/main" id="{02E8BD2A-4014-4DC6-A228-4ECE6A0AA6D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 useBgFill="1">
        <p:nvSpPr>
          <p:cNvPr id="41" name="Rectangle 40">
            <a:extLst>
              <a:ext uri="{FF2B5EF4-FFF2-40B4-BE49-F238E27FC236}">
                <a16:creationId xmlns:a16="http://schemas.microsoft.com/office/drawing/2014/main" id="{3896CA42-3323-41E5-B809-CD790B2AA1CA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/>
          <a:lstStyle/>
          <a:p>
            <a:endParaRPr lang="en-US"/>
          </a:p>
        </p:txBody>
      </p:sp>
      <p:sp>
        <p:nvSpPr>
          <p:cNvPr id="42" name="Freeform 5">
            <a:extLst>
              <a:ext uri="{FF2B5EF4-FFF2-40B4-BE49-F238E27FC236}">
                <a16:creationId xmlns:a16="http://schemas.microsoft.com/office/drawing/2014/main" id="{EA2FE539-0B6F-4FAE-A391-B46476F46CC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5922489">
            <a:off x="3140485" y="1826078"/>
            <a:ext cx="3299407" cy="440924"/>
          </a:xfrm>
          <a:custGeom>
            <a:avLst/>
            <a:gdLst/>
            <a:ahLst/>
            <a:cxnLst/>
            <a:rect l="l" t="t" r="r" b="b"/>
            <a:pathLst>
              <a:path w="10000" h="5291">
                <a:moveTo>
                  <a:pt x="85" y="2532"/>
                </a:moveTo>
                <a:cubicBezTo>
                  <a:pt x="1736" y="3911"/>
                  <a:pt x="7524" y="5298"/>
                  <a:pt x="9958" y="5291"/>
                </a:cubicBezTo>
                <a:cubicBezTo>
                  <a:pt x="9989" y="1958"/>
                  <a:pt x="9969" y="3333"/>
                  <a:pt x="10000" y="0"/>
                </a:cubicBezTo>
                <a:lnTo>
                  <a:pt x="10000" y="0"/>
                </a:lnTo>
                <a:lnTo>
                  <a:pt x="9667" y="204"/>
                </a:lnTo>
                <a:lnTo>
                  <a:pt x="9334" y="400"/>
                </a:lnTo>
                <a:lnTo>
                  <a:pt x="9001" y="590"/>
                </a:lnTo>
                <a:lnTo>
                  <a:pt x="8667" y="753"/>
                </a:lnTo>
                <a:lnTo>
                  <a:pt x="8333" y="917"/>
                </a:lnTo>
                <a:lnTo>
                  <a:pt x="7999" y="1071"/>
                </a:lnTo>
                <a:lnTo>
                  <a:pt x="7669" y="1202"/>
                </a:lnTo>
                <a:lnTo>
                  <a:pt x="7333" y="1325"/>
                </a:lnTo>
                <a:lnTo>
                  <a:pt x="7000" y="1440"/>
                </a:lnTo>
                <a:lnTo>
                  <a:pt x="6673" y="1538"/>
                </a:lnTo>
                <a:lnTo>
                  <a:pt x="6340" y="1636"/>
                </a:lnTo>
                <a:lnTo>
                  <a:pt x="6013" y="1719"/>
                </a:lnTo>
                <a:lnTo>
                  <a:pt x="5686" y="1784"/>
                </a:lnTo>
                <a:lnTo>
                  <a:pt x="5359" y="1850"/>
                </a:lnTo>
                <a:lnTo>
                  <a:pt x="5036" y="1906"/>
                </a:lnTo>
                <a:lnTo>
                  <a:pt x="4717" y="1948"/>
                </a:lnTo>
                <a:lnTo>
                  <a:pt x="4396" y="1980"/>
                </a:lnTo>
                <a:lnTo>
                  <a:pt x="4079" y="2013"/>
                </a:lnTo>
                <a:lnTo>
                  <a:pt x="3766" y="2029"/>
                </a:lnTo>
                <a:lnTo>
                  <a:pt x="3454" y="2046"/>
                </a:lnTo>
                <a:lnTo>
                  <a:pt x="3145" y="2053"/>
                </a:lnTo>
                <a:lnTo>
                  <a:pt x="2839" y="2046"/>
                </a:lnTo>
                <a:lnTo>
                  <a:pt x="2537" y="2046"/>
                </a:lnTo>
                <a:lnTo>
                  <a:pt x="2238" y="2029"/>
                </a:lnTo>
                <a:lnTo>
                  <a:pt x="1943" y="2004"/>
                </a:lnTo>
                <a:lnTo>
                  <a:pt x="1653" y="1980"/>
                </a:lnTo>
                <a:lnTo>
                  <a:pt x="1368" y="1955"/>
                </a:lnTo>
                <a:lnTo>
                  <a:pt x="1085" y="1915"/>
                </a:lnTo>
                <a:lnTo>
                  <a:pt x="806" y="1873"/>
                </a:lnTo>
                <a:lnTo>
                  <a:pt x="533" y="1833"/>
                </a:lnTo>
                <a:lnTo>
                  <a:pt x="0" y="1726"/>
                </a:lnTo>
                <a:cubicBezTo>
                  <a:pt x="28" y="1995"/>
                  <a:pt x="57" y="2263"/>
                  <a:pt x="85" y="2532"/>
                </a:cubicBezTo>
                <a:close/>
              </a:path>
            </a:pathLst>
          </a:custGeom>
          <a:solidFill>
            <a:schemeClr val="tx1">
              <a:alpha val="20000"/>
            </a:schemeClr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43" name="Freeform: Shape 42">
            <a:extLst>
              <a:ext uri="{FF2B5EF4-FFF2-40B4-BE49-F238E27FC236}">
                <a16:creationId xmlns:a16="http://schemas.microsoft.com/office/drawing/2014/main" id="{BD5A14FB-50A2-4964-8B07-EE40D1CE08B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 rot="16200000">
            <a:off x="5171964" y="-140866"/>
            <a:ext cx="6053670" cy="7139732"/>
          </a:xfrm>
          <a:custGeom>
            <a:avLst/>
            <a:gdLst>
              <a:gd name="connsiteX0" fmla="*/ 6053670 w 6053670"/>
              <a:gd name="connsiteY0" fmla="*/ 1098 h 7139732"/>
              <a:gd name="connsiteX1" fmla="*/ 6053670 w 6053670"/>
              <a:gd name="connsiteY1" fmla="*/ 1084479 h 7139732"/>
              <a:gd name="connsiteX2" fmla="*/ 6053670 w 6053670"/>
              <a:gd name="connsiteY2" fmla="*/ 1254558 h 7139732"/>
              <a:gd name="connsiteX3" fmla="*/ 6053670 w 6053670"/>
              <a:gd name="connsiteY3" fmla="*/ 7139732 h 7139732"/>
              <a:gd name="connsiteX4" fmla="*/ 0 w 6053670"/>
              <a:gd name="connsiteY4" fmla="*/ 7139732 h 7139732"/>
              <a:gd name="connsiteX5" fmla="*/ 0 w 6053670"/>
              <a:gd name="connsiteY5" fmla="*/ 1249853 h 7139732"/>
              <a:gd name="connsiteX6" fmla="*/ 0 w 6053670"/>
              <a:gd name="connsiteY6" fmla="*/ 1084479 h 7139732"/>
              <a:gd name="connsiteX7" fmla="*/ 0 w 6053670"/>
              <a:gd name="connsiteY7" fmla="*/ 0 h 7139732"/>
              <a:gd name="connsiteX8" fmla="*/ 35717 w 6053670"/>
              <a:gd name="connsiteY8" fmla="*/ 5488 h 7139732"/>
              <a:gd name="connsiteX9" fmla="*/ 140445 w 6053670"/>
              <a:gd name="connsiteY9" fmla="*/ 21641 h 7139732"/>
              <a:gd name="connsiteX10" fmla="*/ 216722 w 6053670"/>
              <a:gd name="connsiteY10" fmla="*/ 32932 h 7139732"/>
              <a:gd name="connsiteX11" fmla="*/ 307527 w 6053670"/>
              <a:gd name="connsiteY11" fmla="*/ 44850 h 7139732"/>
              <a:gd name="connsiteX12" fmla="*/ 415282 w 6053670"/>
              <a:gd name="connsiteY12" fmla="*/ 59121 h 7139732"/>
              <a:gd name="connsiteX13" fmla="*/ 534539 w 6053670"/>
              <a:gd name="connsiteY13" fmla="*/ 74175 h 7139732"/>
              <a:gd name="connsiteX14" fmla="*/ 668931 w 6053670"/>
              <a:gd name="connsiteY14" fmla="*/ 90014 h 7139732"/>
              <a:gd name="connsiteX15" fmla="*/ 815430 w 6053670"/>
              <a:gd name="connsiteY15" fmla="*/ 106794 h 7139732"/>
              <a:gd name="connsiteX16" fmla="*/ 974641 w 6053670"/>
              <a:gd name="connsiteY16" fmla="*/ 123574 h 7139732"/>
              <a:gd name="connsiteX17" fmla="*/ 1144144 w 6053670"/>
              <a:gd name="connsiteY17" fmla="*/ 140667 h 7139732"/>
              <a:gd name="connsiteX18" fmla="*/ 1326965 w 6053670"/>
              <a:gd name="connsiteY18" fmla="*/ 156506 h 7139732"/>
              <a:gd name="connsiteX19" fmla="*/ 1518261 w 6053670"/>
              <a:gd name="connsiteY19" fmla="*/ 171717 h 7139732"/>
              <a:gd name="connsiteX20" fmla="*/ 1720453 w 6053670"/>
              <a:gd name="connsiteY20" fmla="*/ 185518 h 7139732"/>
              <a:gd name="connsiteX21" fmla="*/ 1931121 w 6053670"/>
              <a:gd name="connsiteY21" fmla="*/ 198690 h 7139732"/>
              <a:gd name="connsiteX22" fmla="*/ 2150869 w 6053670"/>
              <a:gd name="connsiteY22" fmla="*/ 211079 h 7139732"/>
              <a:gd name="connsiteX23" fmla="*/ 2263467 w 6053670"/>
              <a:gd name="connsiteY23" fmla="*/ 215470 h 7139732"/>
              <a:gd name="connsiteX24" fmla="*/ 2378487 w 6053670"/>
              <a:gd name="connsiteY24" fmla="*/ 220332 h 7139732"/>
              <a:gd name="connsiteX25" fmla="*/ 2495323 w 6053670"/>
              <a:gd name="connsiteY25" fmla="*/ 224879 h 7139732"/>
              <a:gd name="connsiteX26" fmla="*/ 2612764 w 6053670"/>
              <a:gd name="connsiteY26" fmla="*/ 227859 h 7139732"/>
              <a:gd name="connsiteX27" fmla="*/ 2732627 w 6053670"/>
              <a:gd name="connsiteY27" fmla="*/ 230525 h 7139732"/>
              <a:gd name="connsiteX28" fmla="*/ 2853700 w 6053670"/>
              <a:gd name="connsiteY28" fmla="*/ 233348 h 7139732"/>
              <a:gd name="connsiteX29" fmla="*/ 2977195 w 6053670"/>
              <a:gd name="connsiteY29" fmla="*/ 235229 h 7139732"/>
              <a:gd name="connsiteX30" fmla="*/ 3101901 w 6053670"/>
              <a:gd name="connsiteY30" fmla="*/ 235229 h 7139732"/>
              <a:gd name="connsiteX31" fmla="*/ 3227817 w 6053670"/>
              <a:gd name="connsiteY31" fmla="*/ 236170 h 7139732"/>
              <a:gd name="connsiteX32" fmla="*/ 3354944 w 6053670"/>
              <a:gd name="connsiteY32" fmla="*/ 235229 h 7139732"/>
              <a:gd name="connsiteX33" fmla="*/ 3483887 w 6053670"/>
              <a:gd name="connsiteY33" fmla="*/ 233348 h 7139732"/>
              <a:gd name="connsiteX34" fmla="*/ 3612830 w 6053670"/>
              <a:gd name="connsiteY34" fmla="*/ 231623 h 7139732"/>
              <a:gd name="connsiteX35" fmla="*/ 3743590 w 6053670"/>
              <a:gd name="connsiteY35" fmla="*/ 227859 h 7139732"/>
              <a:gd name="connsiteX36" fmla="*/ 3875560 w 6053670"/>
              <a:gd name="connsiteY36" fmla="*/ 223938 h 7139732"/>
              <a:gd name="connsiteX37" fmla="*/ 4007530 w 6053670"/>
              <a:gd name="connsiteY37" fmla="*/ 219391 h 7139732"/>
              <a:gd name="connsiteX38" fmla="*/ 4140710 w 6053670"/>
              <a:gd name="connsiteY38" fmla="*/ 212961 h 7139732"/>
              <a:gd name="connsiteX39" fmla="*/ 4275102 w 6053670"/>
              <a:gd name="connsiteY39" fmla="*/ 205277 h 7139732"/>
              <a:gd name="connsiteX40" fmla="*/ 4410098 w 6053670"/>
              <a:gd name="connsiteY40" fmla="*/ 197907 h 7139732"/>
              <a:gd name="connsiteX41" fmla="*/ 4545096 w 6053670"/>
              <a:gd name="connsiteY41" fmla="*/ 188498 h 7139732"/>
              <a:gd name="connsiteX42" fmla="*/ 4681909 w 6053670"/>
              <a:gd name="connsiteY42" fmla="*/ 177207 h 7139732"/>
              <a:gd name="connsiteX43" fmla="*/ 4816905 w 6053670"/>
              <a:gd name="connsiteY43" fmla="*/ 165916 h 7139732"/>
              <a:gd name="connsiteX44" fmla="*/ 4954323 w 6053670"/>
              <a:gd name="connsiteY44" fmla="*/ 152899 h 7139732"/>
              <a:gd name="connsiteX45" fmla="*/ 5092347 w 6053670"/>
              <a:gd name="connsiteY45" fmla="*/ 138629 h 7139732"/>
              <a:gd name="connsiteX46" fmla="*/ 5228555 w 6053670"/>
              <a:gd name="connsiteY46" fmla="*/ 123574 h 7139732"/>
              <a:gd name="connsiteX47" fmla="*/ 5366578 w 6053670"/>
              <a:gd name="connsiteY47" fmla="*/ 106010 h 7139732"/>
              <a:gd name="connsiteX48" fmla="*/ 5503997 w 6053670"/>
              <a:gd name="connsiteY48" fmla="*/ 87192 h 7139732"/>
              <a:gd name="connsiteX49" fmla="*/ 5642020 w 6053670"/>
              <a:gd name="connsiteY49" fmla="*/ 68530 h 7139732"/>
              <a:gd name="connsiteX50" fmla="*/ 5779438 w 6053670"/>
              <a:gd name="connsiteY50" fmla="*/ 46733 h 7139732"/>
              <a:gd name="connsiteX51" fmla="*/ 5916251 w 6053670"/>
              <a:gd name="connsiteY51" fmla="*/ 24464 h 713973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  <a:cxn ang="0">
                <a:pos x="connsiteX29" y="connsiteY29"/>
              </a:cxn>
              <a:cxn ang="0">
                <a:pos x="connsiteX30" y="connsiteY30"/>
              </a:cxn>
              <a:cxn ang="0">
                <a:pos x="connsiteX31" y="connsiteY31"/>
              </a:cxn>
              <a:cxn ang="0">
                <a:pos x="connsiteX32" y="connsiteY32"/>
              </a:cxn>
              <a:cxn ang="0">
                <a:pos x="connsiteX33" y="connsiteY33"/>
              </a:cxn>
              <a:cxn ang="0">
                <a:pos x="connsiteX34" y="connsiteY34"/>
              </a:cxn>
              <a:cxn ang="0">
                <a:pos x="connsiteX35" y="connsiteY35"/>
              </a:cxn>
              <a:cxn ang="0">
                <a:pos x="connsiteX36" y="connsiteY36"/>
              </a:cxn>
              <a:cxn ang="0">
                <a:pos x="connsiteX37" y="connsiteY37"/>
              </a:cxn>
              <a:cxn ang="0">
                <a:pos x="connsiteX38" y="connsiteY38"/>
              </a:cxn>
              <a:cxn ang="0">
                <a:pos x="connsiteX39" y="connsiteY39"/>
              </a:cxn>
              <a:cxn ang="0">
                <a:pos x="connsiteX40" y="connsiteY40"/>
              </a:cxn>
              <a:cxn ang="0">
                <a:pos x="connsiteX41" y="connsiteY41"/>
              </a:cxn>
              <a:cxn ang="0">
                <a:pos x="connsiteX42" y="connsiteY42"/>
              </a:cxn>
              <a:cxn ang="0">
                <a:pos x="connsiteX43" y="connsiteY43"/>
              </a:cxn>
              <a:cxn ang="0">
                <a:pos x="connsiteX44" y="connsiteY44"/>
              </a:cxn>
              <a:cxn ang="0">
                <a:pos x="connsiteX45" y="connsiteY45"/>
              </a:cxn>
              <a:cxn ang="0">
                <a:pos x="connsiteX46" y="connsiteY46"/>
              </a:cxn>
              <a:cxn ang="0">
                <a:pos x="connsiteX47" y="connsiteY47"/>
              </a:cxn>
              <a:cxn ang="0">
                <a:pos x="connsiteX48" y="connsiteY48"/>
              </a:cxn>
              <a:cxn ang="0">
                <a:pos x="connsiteX49" y="connsiteY49"/>
              </a:cxn>
              <a:cxn ang="0">
                <a:pos x="connsiteX50" y="connsiteY50"/>
              </a:cxn>
              <a:cxn ang="0">
                <a:pos x="connsiteX51" y="connsiteY51"/>
              </a:cxn>
            </a:cxnLst>
            <a:rect l="l" t="t" r="r" b="b"/>
            <a:pathLst>
              <a:path w="6053670" h="7139732">
                <a:moveTo>
                  <a:pt x="6053670" y="1098"/>
                </a:moveTo>
                <a:lnTo>
                  <a:pt x="6053670" y="1084479"/>
                </a:lnTo>
                <a:lnTo>
                  <a:pt x="6053670" y="1254558"/>
                </a:lnTo>
                <a:lnTo>
                  <a:pt x="6053670" y="7139732"/>
                </a:lnTo>
                <a:lnTo>
                  <a:pt x="0" y="7139732"/>
                </a:lnTo>
                <a:lnTo>
                  <a:pt x="0" y="1249853"/>
                </a:lnTo>
                <a:lnTo>
                  <a:pt x="0" y="1084479"/>
                </a:lnTo>
                <a:lnTo>
                  <a:pt x="0" y="0"/>
                </a:lnTo>
                <a:lnTo>
                  <a:pt x="35717" y="5488"/>
                </a:lnTo>
                <a:lnTo>
                  <a:pt x="140445" y="21641"/>
                </a:lnTo>
                <a:lnTo>
                  <a:pt x="216722" y="32932"/>
                </a:lnTo>
                <a:lnTo>
                  <a:pt x="307527" y="44850"/>
                </a:lnTo>
                <a:lnTo>
                  <a:pt x="415282" y="59121"/>
                </a:lnTo>
                <a:lnTo>
                  <a:pt x="534539" y="74175"/>
                </a:lnTo>
                <a:lnTo>
                  <a:pt x="668931" y="90014"/>
                </a:lnTo>
                <a:lnTo>
                  <a:pt x="815430" y="106794"/>
                </a:lnTo>
                <a:lnTo>
                  <a:pt x="974641" y="123574"/>
                </a:lnTo>
                <a:lnTo>
                  <a:pt x="1144144" y="140667"/>
                </a:lnTo>
                <a:lnTo>
                  <a:pt x="1326965" y="156506"/>
                </a:lnTo>
                <a:lnTo>
                  <a:pt x="1518261" y="171717"/>
                </a:lnTo>
                <a:lnTo>
                  <a:pt x="1720453" y="185518"/>
                </a:lnTo>
                <a:lnTo>
                  <a:pt x="1931121" y="198690"/>
                </a:lnTo>
                <a:lnTo>
                  <a:pt x="2150869" y="211079"/>
                </a:lnTo>
                <a:lnTo>
                  <a:pt x="2263467" y="215470"/>
                </a:lnTo>
                <a:lnTo>
                  <a:pt x="2378487" y="220332"/>
                </a:lnTo>
                <a:lnTo>
                  <a:pt x="2495323" y="224879"/>
                </a:lnTo>
                <a:lnTo>
                  <a:pt x="2612764" y="227859"/>
                </a:lnTo>
                <a:lnTo>
                  <a:pt x="2732627" y="230525"/>
                </a:lnTo>
                <a:lnTo>
                  <a:pt x="2853700" y="233348"/>
                </a:lnTo>
                <a:lnTo>
                  <a:pt x="2977195" y="235229"/>
                </a:lnTo>
                <a:lnTo>
                  <a:pt x="3101901" y="235229"/>
                </a:lnTo>
                <a:lnTo>
                  <a:pt x="3227817" y="236170"/>
                </a:lnTo>
                <a:lnTo>
                  <a:pt x="3354944" y="235229"/>
                </a:lnTo>
                <a:lnTo>
                  <a:pt x="3483887" y="233348"/>
                </a:lnTo>
                <a:lnTo>
                  <a:pt x="3612830" y="231623"/>
                </a:lnTo>
                <a:lnTo>
                  <a:pt x="3743590" y="227859"/>
                </a:lnTo>
                <a:lnTo>
                  <a:pt x="3875560" y="223938"/>
                </a:lnTo>
                <a:lnTo>
                  <a:pt x="4007530" y="219391"/>
                </a:lnTo>
                <a:lnTo>
                  <a:pt x="4140710" y="212961"/>
                </a:lnTo>
                <a:lnTo>
                  <a:pt x="4275102" y="205277"/>
                </a:lnTo>
                <a:lnTo>
                  <a:pt x="4410098" y="197907"/>
                </a:lnTo>
                <a:lnTo>
                  <a:pt x="4545096" y="188498"/>
                </a:lnTo>
                <a:lnTo>
                  <a:pt x="4681909" y="177207"/>
                </a:lnTo>
                <a:lnTo>
                  <a:pt x="4816905" y="165916"/>
                </a:lnTo>
                <a:lnTo>
                  <a:pt x="4954323" y="152899"/>
                </a:lnTo>
                <a:lnTo>
                  <a:pt x="5092347" y="138629"/>
                </a:lnTo>
                <a:lnTo>
                  <a:pt x="5228555" y="123574"/>
                </a:lnTo>
                <a:lnTo>
                  <a:pt x="5366578" y="106010"/>
                </a:lnTo>
                <a:lnTo>
                  <a:pt x="5503997" y="87192"/>
                </a:lnTo>
                <a:lnTo>
                  <a:pt x="5642020" y="68530"/>
                </a:lnTo>
                <a:lnTo>
                  <a:pt x="5779438" y="46733"/>
                </a:lnTo>
                <a:lnTo>
                  <a:pt x="5916251" y="24464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35" name="Freeform 5">
            <a:extLst>
              <a:ext uri="{FF2B5EF4-FFF2-40B4-BE49-F238E27FC236}">
                <a16:creationId xmlns:a16="http://schemas.microsoft.com/office/drawing/2014/main" id="{FD63331C-DD2E-43D8-9511-B44EC057D7D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 bwMode="gray">
          <a:xfrm>
            <a:off x="0" y="1587"/>
            <a:ext cx="12192000" cy="6856413"/>
          </a:xfrm>
          <a:custGeom>
            <a:avLst/>
            <a:gdLst/>
            <a:ahLst/>
            <a:cxnLst/>
            <a:rect l="0" t="0" r="r" b="b"/>
            <a:pathLst>
              <a:path w="15356" h="8638">
                <a:moveTo>
                  <a:pt x="0" y="0"/>
                </a:moveTo>
                <a:lnTo>
                  <a:pt x="0" y="8638"/>
                </a:lnTo>
                <a:lnTo>
                  <a:pt x="15356" y="8638"/>
                </a:lnTo>
                <a:lnTo>
                  <a:pt x="15356" y="0"/>
                </a:lnTo>
                <a:lnTo>
                  <a:pt x="0" y="0"/>
                </a:lnTo>
                <a:close/>
                <a:moveTo>
                  <a:pt x="14748" y="8038"/>
                </a:moveTo>
                <a:lnTo>
                  <a:pt x="600" y="8038"/>
                </a:lnTo>
                <a:lnTo>
                  <a:pt x="600" y="592"/>
                </a:lnTo>
                <a:lnTo>
                  <a:pt x="14748" y="592"/>
                </a:lnTo>
                <a:lnTo>
                  <a:pt x="14748" y="8038"/>
                </a:lnTo>
                <a:close/>
              </a:path>
            </a:pathLst>
          </a:custGeom>
          <a:solidFill>
            <a:schemeClr val="tx1"/>
          </a:solidFill>
          <a:ln>
            <a:noFill/>
          </a:ln>
        </p:spPr>
        <p:txBody>
          <a:bodyPr/>
          <a:lstStyle/>
          <a:p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C5706F44-0C44-7C71-6FCD-E349E7D6541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5232771" y="437513"/>
            <a:ext cx="6232398" cy="5954325"/>
          </a:xfr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z="6600" dirty="0"/>
              <a:t>Pitney Bowes Calculator Initial Design</a:t>
            </a:r>
          </a:p>
        </p:txBody>
      </p:sp>
    </p:spTree>
    <p:extLst>
      <p:ext uri="{BB962C8B-B14F-4D97-AF65-F5344CB8AC3E}">
        <p14:creationId xmlns:p14="http://schemas.microsoft.com/office/powerpoint/2010/main" val="2469166853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6319466-D859-4B01-0CC0-3F21B68B677F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07939873-7DB0-FDDD-EE29-B17682047F5B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endParaRPr lang="en-US" dirty="0"/>
          </a:p>
        </p:txBody>
      </p:sp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33B6F91A-3159-1F30-6F45-0D04A1BAA74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306563028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CEE5F7F-5887-5984-AC1E-A6C31CB7B08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9" name="Content Placeholder 8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7DC012E0-ABCD-91F1-45E5-0F0E87BA312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-1" y="0"/>
            <a:ext cx="12191999" cy="6858000"/>
          </a:xfrm>
        </p:spPr>
      </p:pic>
    </p:spTree>
    <p:extLst>
      <p:ext uri="{BB962C8B-B14F-4D97-AF65-F5344CB8AC3E}">
        <p14:creationId xmlns:p14="http://schemas.microsoft.com/office/powerpoint/2010/main" val="537941286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180DC6C-107F-76FD-76FA-1F671653606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2D6163E-3953-F391-63D6-93EE850B1440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498630256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21821F-ACB8-A256-213C-470080BEE48A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pic>
        <p:nvPicPr>
          <p:cNvPr id="5" name="Content Placeholder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8D015337-CD7B-33C6-4C37-DB4817C0E30F}"/>
              </a:ext>
            </a:extLst>
          </p:cNvPr>
          <p:cNvPicPr>
            <a:picLocks noGrp="1" noChangeAspect="1"/>
          </p:cNvPicPr>
          <p:nvPr>
            <p:ph idx="1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"/>
            <a:ext cx="12192000" cy="6858001"/>
          </a:xfrm>
        </p:spPr>
      </p:pic>
    </p:spTree>
    <p:extLst>
      <p:ext uri="{BB962C8B-B14F-4D97-AF65-F5344CB8AC3E}">
        <p14:creationId xmlns:p14="http://schemas.microsoft.com/office/powerpoint/2010/main" val="386046776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246EEE1-DB75-B83D-FAAE-0B56BF5854B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1479092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5A1195B8-F479-585E-0A22-8217D1E78EBF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93497156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14D4A13C-8A5E-EA03-9A9C-9C1D69731B8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72896587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6BCA1226-6C08-710E-26EE-186FF0CDF98D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603648119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B1E4DB50-0189-218E-054A-1CCD10E86C97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12112589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FB2DD9E7-DE04-200A-A62C-053C6ADA9B5B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82371424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39F05A6F-630C-6134-C7B9-520AF9ADEF75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26582180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CC212D13-44D7-8E56-0254-D35EA715339E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092865164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AB154E12-E016-4EC2-94FF-7B344E5F63E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4805456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D8911492-6BA6-BBDF-0759-BC5996D9A550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87072110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7767F1BD-3F9A-7487-2074-80574984A5E3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68271971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Picture 4" descr="A screenshot of a calculator&#10;&#10;AI-generated content may be incorrect.">
            <a:extLst>
              <a:ext uri="{FF2B5EF4-FFF2-40B4-BE49-F238E27FC236}">
                <a16:creationId xmlns:a16="http://schemas.microsoft.com/office/drawing/2014/main" id="{88BC1610-A739-C246-3B90-CD32DC70F7D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0"/>
            <a:ext cx="12192000" cy="6858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274279402"/>
      </p:ext>
    </p:extLst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Ion Boardroom">
  <a:themeElements>
    <a:clrScheme name="Ion Boardroom">
      <a:dk1>
        <a:sysClr val="windowText" lastClr="000000"/>
      </a:dk1>
      <a:lt1>
        <a:sysClr val="window" lastClr="FFFFFF"/>
      </a:lt1>
      <a:dk2>
        <a:srgbClr val="3B3059"/>
      </a:dk2>
      <a:lt2>
        <a:srgbClr val="EBEBEB"/>
      </a:lt2>
      <a:accent1>
        <a:srgbClr val="B31166"/>
      </a:accent1>
      <a:accent2>
        <a:srgbClr val="E33D6F"/>
      </a:accent2>
      <a:accent3>
        <a:srgbClr val="E45F3C"/>
      </a:accent3>
      <a:accent4>
        <a:srgbClr val="E9943A"/>
      </a:accent4>
      <a:accent5>
        <a:srgbClr val="9B6BF2"/>
      </a:accent5>
      <a:accent6>
        <a:srgbClr val="D53DD0"/>
      </a:accent6>
      <a:hlink>
        <a:srgbClr val="8F8F8F"/>
      </a:hlink>
      <a:folHlink>
        <a:srgbClr val="A5A5A5"/>
      </a:folHlink>
    </a:clrScheme>
    <a:fontScheme name="Ion Boardroom">
      <a:maj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entury Gothic" panose="020B0502020202020204"/>
        <a:ea typeface=""/>
        <a:cs typeface=""/>
        <a:font script="Jpan" typeface="メイリオ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Ion Boardroom">
      <a:fillStyleLst>
        <a:solidFill>
          <a:schemeClr val="phClr"/>
        </a:solidFill>
        <a:gradFill rotWithShape="1">
          <a:gsLst>
            <a:gs pos="0">
              <a:schemeClr val="phClr">
                <a:tint val="64000"/>
                <a:lumMod val="118000"/>
              </a:schemeClr>
            </a:gs>
            <a:gs pos="100000">
              <a:schemeClr val="phClr">
                <a:tint val="92000"/>
                <a:alpha val="100000"/>
                <a:lumMod val="11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8000"/>
                <a:lumMod val="114000"/>
              </a:schemeClr>
            </a:gs>
            <a:gs pos="100000">
              <a:schemeClr val="phClr">
                <a:shade val="90000"/>
                <a:lumMod val="84000"/>
              </a:schemeClr>
            </a:gs>
          </a:gsLst>
          <a:lin ang="5400000" scaled="0"/>
        </a:gradFill>
      </a:fillStyleLst>
      <a:lnStyleLst>
        <a:ln w="9525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857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4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8000"/>
                <a:hueMod val="124000"/>
                <a:satMod val="148000"/>
                <a:lumMod val="124000"/>
              </a:schemeClr>
            </a:gs>
            <a:gs pos="100000">
              <a:schemeClr val="phClr">
                <a:shade val="76000"/>
                <a:hueMod val="89000"/>
                <a:satMod val="164000"/>
                <a:lumMod val="56000"/>
              </a:schemeClr>
            </a:gs>
          </a:gsLst>
          <a:path path="circle">
            <a:fillToRect l="45000" t="65000" r="125000" b="100000"/>
          </a:path>
        </a:gradFill>
        <a:blipFill rotWithShape="1">
          <a:blip xmlns:r="http://schemas.openxmlformats.org/officeDocument/2006/relationships" r:embed="rId1">
            <a:duotone>
              <a:schemeClr val="phClr">
                <a:shade val="69000"/>
                <a:hueMod val="91000"/>
                <a:satMod val="164000"/>
                <a:lumMod val="74000"/>
              </a:schemeClr>
              <a:schemeClr val="phClr">
                <a:hueMod val="124000"/>
                <a:satMod val="140000"/>
                <a:lumMod val="142000"/>
              </a:schemeClr>
            </a:duotone>
          </a:blip>
          <a:stretch/>
        </a:blip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Ion Boardroom" id="{FC33163D-4339-46B1-8EED-24C834239D99}" vid="{B8502691-933B-45FE-8764-BA278511EF27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TM02900722[[fn=Ion Boardroom]]</Template>
  <TotalTime>9</TotalTime>
  <Words>415</Words>
  <Application>Microsoft Office PowerPoint</Application>
  <PresentationFormat>Widescreen</PresentationFormat>
  <Paragraphs>38</Paragraphs>
  <Slides>17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17</vt:i4>
      </vt:variant>
    </vt:vector>
  </HeadingPairs>
  <TitlesOfParts>
    <vt:vector size="22" baseType="lpstr">
      <vt:lpstr>Aptos</vt:lpstr>
      <vt:lpstr>Arial</vt:lpstr>
      <vt:lpstr>Century Gothic</vt:lpstr>
      <vt:lpstr>Wingdings 3</vt:lpstr>
      <vt:lpstr>Ion Boardroom</vt:lpstr>
      <vt:lpstr>Pitney Bowes Calculator Initial Design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IDEMIA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ORNIDO Jonathan</dc:creator>
  <cp:lastModifiedBy>ORNIDO Jonathan</cp:lastModifiedBy>
  <cp:revision>2</cp:revision>
  <dcterms:created xsi:type="dcterms:W3CDTF">2026-01-14T18:14:14Z</dcterms:created>
  <dcterms:modified xsi:type="dcterms:W3CDTF">2026-01-14T21:18:26Z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MSIP_Label_5f8610cf-4e4f-4168-a9a0-556235a89a9b_Enabled">
    <vt:lpwstr>true</vt:lpwstr>
  </property>
  <property fmtid="{D5CDD505-2E9C-101B-9397-08002B2CF9AE}" pid="3" name="MSIP_Label_5f8610cf-4e4f-4168-a9a0-556235a89a9b_SetDate">
    <vt:lpwstr>2026-01-14T21:08:31Z</vt:lpwstr>
  </property>
  <property fmtid="{D5CDD505-2E9C-101B-9397-08002B2CF9AE}" pid="4" name="MSIP_Label_5f8610cf-4e4f-4168-a9a0-556235a89a9b_Method">
    <vt:lpwstr>Standard</vt:lpwstr>
  </property>
  <property fmtid="{D5CDD505-2E9C-101B-9397-08002B2CF9AE}" pid="5" name="MSIP_Label_5f8610cf-4e4f-4168-a9a0-556235a89a9b_Name">
    <vt:lpwstr>Unclassified</vt:lpwstr>
  </property>
  <property fmtid="{D5CDD505-2E9C-101B-9397-08002B2CF9AE}" pid="6" name="MSIP_Label_5f8610cf-4e4f-4168-a9a0-556235a89a9b_SiteId">
    <vt:lpwstr>7694d41c-5504-43d9-9e40-cb254ad755ec</vt:lpwstr>
  </property>
  <property fmtid="{D5CDD505-2E9C-101B-9397-08002B2CF9AE}" pid="7" name="MSIP_Label_5f8610cf-4e4f-4168-a9a0-556235a89a9b_ActionId">
    <vt:lpwstr>b0481cf1-12b1-4bf4-8993-c2edf0b9dccc</vt:lpwstr>
  </property>
  <property fmtid="{D5CDD505-2E9C-101B-9397-08002B2CF9AE}" pid="8" name="MSIP_Label_5f8610cf-4e4f-4168-a9a0-556235a89a9b_ContentBits">
    <vt:lpwstr>0</vt:lpwstr>
  </property>
  <property fmtid="{D5CDD505-2E9C-101B-9397-08002B2CF9AE}" pid="9" name="MSIP_Label_5f8610cf-4e4f-4168-a9a0-556235a89a9b_Tag">
    <vt:lpwstr>10, 3, 0, 1</vt:lpwstr>
  </property>
</Properties>
</file>